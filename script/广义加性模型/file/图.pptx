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-150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9.wmf"/><Relationship Id="rId3" Type="http://schemas.openxmlformats.org/officeDocument/2006/relationships/image" Target="../media/image5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wmf"/><Relationship Id="rId5" Type="http://schemas.openxmlformats.org/officeDocument/2006/relationships/image" Target="../media/image2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281C95A8-4DBC-E619-26DA-10B6E1D74FD8}"/>
              </a:ext>
            </a:extLst>
          </p:cNvPr>
          <p:cNvGrpSpPr/>
          <p:nvPr/>
        </p:nvGrpSpPr>
        <p:grpSpPr>
          <a:xfrm>
            <a:off x="1565275" y="1422400"/>
            <a:ext cx="2301875" cy="2066925"/>
            <a:chOff x="4133850" y="2032000"/>
            <a:chExt cx="2301875" cy="2066925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01E15378-841C-E27A-1DC7-5A972278EE4D}"/>
                </a:ext>
              </a:extLst>
            </p:cNvPr>
            <p:cNvSpPr/>
            <p:nvPr/>
          </p:nvSpPr>
          <p:spPr>
            <a:xfrm>
              <a:off x="4133850" y="2032000"/>
              <a:ext cx="2301875" cy="2066925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5C53EB37-C795-C266-CD26-6925D82EDCEC}"/>
                </a:ext>
              </a:extLst>
            </p:cNvPr>
            <p:cNvCxnSpPr>
              <a:cxnSpLocks/>
              <a:stCxn id="13" idx="6"/>
              <a:endCxn id="10" idx="1"/>
            </p:cNvCxnSpPr>
            <p:nvPr/>
          </p:nvCxnSpPr>
          <p:spPr>
            <a:xfrm flipV="1">
              <a:off x="4360853" y="3892311"/>
              <a:ext cx="1812935" cy="1"/>
            </a:xfrm>
            <a:prstGeom prst="straightConnector1">
              <a:avLst/>
            </a:prstGeom>
            <a:ln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D6BB4C8A-F875-5FB4-4113-7F474942A158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4360853" y="2238375"/>
              <a:ext cx="0" cy="1653936"/>
            </a:xfrm>
            <a:prstGeom prst="straightConnector1">
              <a:avLst/>
            </a:prstGeom>
            <a:ln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8442223A-5606-82CF-7C20-E0CC936D4D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2374612"/>
                </p:ext>
              </p:extLst>
            </p:nvPr>
          </p:nvGraphicFramePr>
          <p:xfrm>
            <a:off x="6173788" y="3790711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03040" progId="Equation.DSMT4">
                    <p:embed/>
                  </p:oleObj>
                </mc:Choice>
                <mc:Fallback>
                  <p:oleObj name="Equation" r:id="rId2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173788" y="3790711"/>
                          <a:ext cx="177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9CBB802-7A6D-A7D8-D5C6-A70B5406CC1C}"/>
                </a:ext>
              </a:extLst>
            </p:cNvPr>
            <p:cNvSpPr/>
            <p:nvPr/>
          </p:nvSpPr>
          <p:spPr>
            <a:xfrm>
              <a:off x="4360852" y="3892311"/>
              <a:ext cx="0" cy="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001A4AE-63B6-AE14-8EB7-5ABFE48D11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4702546"/>
                </p:ext>
              </p:extLst>
            </p:nvPr>
          </p:nvGraphicFramePr>
          <p:xfrm>
            <a:off x="4297353" y="2085975"/>
            <a:ext cx="127000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52280" progId="Equation.DSMT4">
                    <p:embed/>
                  </p:oleObj>
                </mc:Choice>
                <mc:Fallback>
                  <p:oleObj name="Equation" r:id="rId4" imgW="12672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97353" y="2085975"/>
                          <a:ext cx="127000" cy="152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>
              <a:extLst>
                <a:ext uri="{FF2B5EF4-FFF2-40B4-BE49-F238E27FC236}">
                  <a16:creationId xmlns:a16="http://schemas.microsoft.com/office/drawing/2014/main" id="{4207A1CD-D140-419A-F932-62458A8029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4394569"/>
                </p:ext>
              </p:extLst>
            </p:nvPr>
          </p:nvGraphicFramePr>
          <p:xfrm>
            <a:off x="5627288" y="3179934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040" imgH="228600" progId="Equation.DSMT4">
                    <p:embed/>
                  </p:oleObj>
                </mc:Choice>
                <mc:Fallback>
                  <p:oleObj name="Equation" r:id="rId6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627288" y="3179934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AA95E63B-DF97-7DEE-BB8C-C9655CCF6A7B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V="1">
              <a:off x="4360852" y="3311630"/>
              <a:ext cx="1265961" cy="580681"/>
            </a:xfrm>
            <a:prstGeom prst="straightConnector1">
              <a:avLst/>
            </a:prstGeom>
            <a:ln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05750C21-5DF3-EDAF-1168-AC8788ABFFCA}"/>
                </a:ext>
              </a:extLst>
            </p:cNvPr>
            <p:cNvGrpSpPr/>
            <p:nvPr/>
          </p:nvGrpSpPr>
          <p:grpSpPr>
            <a:xfrm>
              <a:off x="4568303" y="2233771"/>
              <a:ext cx="994404" cy="1391839"/>
              <a:chOff x="4728539" y="2110364"/>
              <a:chExt cx="994404" cy="1391839"/>
            </a:xfrm>
          </p:grpSpPr>
          <p:graphicFrame>
            <p:nvGraphicFramePr>
              <p:cNvPr id="60" name="对象 59">
                <a:extLst>
                  <a:ext uri="{FF2B5EF4-FFF2-40B4-BE49-F238E27FC236}">
                    <a16:creationId xmlns:a16="http://schemas.microsoft.com/office/drawing/2014/main" id="{4F7B9F5A-2199-6361-4F77-44BEE6EB9D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0975931"/>
                  </p:ext>
                </p:extLst>
              </p:nvPr>
            </p:nvGraphicFramePr>
            <p:xfrm>
              <a:off x="4808543" y="2110364"/>
              <a:ext cx="9144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914400" imgH="253800" progId="Equation.DSMT4">
                      <p:embed/>
                    </p:oleObj>
                  </mc:Choice>
                  <mc:Fallback>
                    <p:oleObj name="Equation" r:id="rId8" imgW="91440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808543" y="2110364"/>
                            <a:ext cx="9144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0CF511C-3A32-0019-EB21-895D7761F50C}"/>
                  </a:ext>
                </a:extLst>
              </p:cNvPr>
              <p:cNvCxnSpPr>
                <a:cxnSpLocks/>
                <a:stCxn id="47" idx="0"/>
                <a:endCxn id="60" idx="2"/>
              </p:cNvCxnSpPr>
              <p:nvPr/>
            </p:nvCxnSpPr>
            <p:spPr>
              <a:xfrm flipH="1" flipV="1">
                <a:off x="5265743" y="2364364"/>
                <a:ext cx="162285" cy="179389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8A98318-F673-984E-0A23-D3A6D1B2166A}"/>
                  </a:ext>
                </a:extLst>
              </p:cNvPr>
              <p:cNvSpPr/>
              <p:nvPr/>
            </p:nvSpPr>
            <p:spPr>
              <a:xfrm rot="20151325">
                <a:off x="4745345" y="3391473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F959EDC0-799B-4D63-C682-4BBE2DE20B2D}"/>
                  </a:ext>
                </a:extLst>
              </p:cNvPr>
              <p:cNvSpPr/>
              <p:nvPr/>
            </p:nvSpPr>
            <p:spPr>
              <a:xfrm rot="20151325">
                <a:off x="5202049" y="2983638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B42ABA02-AD94-9410-B93E-AD4CFCF6872F}"/>
                  </a:ext>
                </a:extLst>
              </p:cNvPr>
              <p:cNvSpPr/>
              <p:nvPr/>
            </p:nvSpPr>
            <p:spPr>
              <a:xfrm rot="20151325">
                <a:off x="5057191" y="2794561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1645CA06-5BCC-F0E5-AF00-61BD92789C90}"/>
                  </a:ext>
                </a:extLst>
              </p:cNvPr>
              <p:cNvSpPr/>
              <p:nvPr/>
            </p:nvSpPr>
            <p:spPr>
              <a:xfrm rot="20151325">
                <a:off x="5173619" y="2853724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2C71C48-8EEA-1F4E-ED47-6C00B728F81A}"/>
                  </a:ext>
                </a:extLst>
              </p:cNvPr>
              <p:cNvSpPr/>
              <p:nvPr/>
            </p:nvSpPr>
            <p:spPr>
              <a:xfrm rot="20151325">
                <a:off x="5103600" y="3037892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5A49FA31-E14B-8895-5C0C-6D019FB8C24B}"/>
                  </a:ext>
                </a:extLst>
              </p:cNvPr>
              <p:cNvSpPr/>
              <p:nvPr/>
            </p:nvSpPr>
            <p:spPr>
              <a:xfrm rot="20151325">
                <a:off x="5302543" y="2647225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F82B41C0-30FC-EDA5-1DC4-2E8776F29159}"/>
                  </a:ext>
                </a:extLst>
              </p:cNvPr>
              <p:cNvSpPr/>
              <p:nvPr/>
            </p:nvSpPr>
            <p:spPr>
              <a:xfrm rot="20151325">
                <a:off x="4890305" y="3261047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1BD2565C-E8A0-8B7C-3F8A-C2AB41E2EEE0}"/>
                  </a:ext>
                </a:extLst>
              </p:cNvPr>
              <p:cNvSpPr/>
              <p:nvPr/>
            </p:nvSpPr>
            <p:spPr>
              <a:xfrm rot="20151325">
                <a:off x="4892497" y="3106068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ACF0D0F-E128-6A0B-7FB0-1969123C3A56}"/>
                  </a:ext>
                </a:extLst>
              </p:cNvPr>
              <p:cNvSpPr/>
              <p:nvPr/>
            </p:nvSpPr>
            <p:spPr>
              <a:xfrm rot="20151325">
                <a:off x="4782006" y="3269292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F0E8E9E-C40B-0E17-FFC0-8A7E87969F4D}"/>
                  </a:ext>
                </a:extLst>
              </p:cNvPr>
              <p:cNvSpPr/>
              <p:nvPr/>
            </p:nvSpPr>
            <p:spPr>
              <a:xfrm rot="20151325">
                <a:off x="5351344" y="2940468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2533E20E-FC58-9759-D22B-A5BED735ADBB}"/>
                  </a:ext>
                </a:extLst>
              </p:cNvPr>
              <p:cNvSpPr/>
              <p:nvPr/>
            </p:nvSpPr>
            <p:spPr>
              <a:xfrm rot="20151325">
                <a:off x="5255014" y="2803310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FCF55CD4-E1E0-F6F1-F071-F5A92D0B7EB6}"/>
                  </a:ext>
                </a:extLst>
              </p:cNvPr>
              <p:cNvSpPr/>
              <p:nvPr/>
            </p:nvSpPr>
            <p:spPr>
              <a:xfrm rot="20151325">
                <a:off x="5630589" y="2664333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EB6A1CB7-F7CF-BA6F-5E28-EE5A7D17F5B3}"/>
                  </a:ext>
                </a:extLst>
              </p:cNvPr>
              <p:cNvSpPr/>
              <p:nvPr/>
            </p:nvSpPr>
            <p:spPr>
              <a:xfrm rot="20151325">
                <a:off x="4984569" y="2912148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C5929185-CDD4-48FC-6CE1-6BDBBB3A7F2A}"/>
                  </a:ext>
                </a:extLst>
              </p:cNvPr>
              <p:cNvSpPr/>
              <p:nvPr/>
            </p:nvSpPr>
            <p:spPr>
              <a:xfrm rot="20151325">
                <a:off x="5395401" y="2803310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A2F60FB-9C06-55BD-6D8C-197DEF15EE11}"/>
                  </a:ext>
                </a:extLst>
              </p:cNvPr>
              <p:cNvSpPr/>
              <p:nvPr/>
            </p:nvSpPr>
            <p:spPr>
              <a:xfrm rot="20151325">
                <a:off x="5408327" y="2540837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8135172E-9962-E439-F12B-BD1396AE9126}"/>
                  </a:ext>
                </a:extLst>
              </p:cNvPr>
              <p:cNvSpPr/>
              <p:nvPr/>
            </p:nvSpPr>
            <p:spPr>
              <a:xfrm rot="20151325">
                <a:off x="5003166" y="3093433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29169056-6400-C838-D0DA-FABF51C1B6AF}"/>
                  </a:ext>
                </a:extLst>
              </p:cNvPr>
              <p:cNvSpPr/>
              <p:nvPr/>
            </p:nvSpPr>
            <p:spPr>
              <a:xfrm rot="20151325">
                <a:off x="5142361" y="2934672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60A6932F-942C-00C0-2C70-AD74581C34CC}"/>
                  </a:ext>
                </a:extLst>
              </p:cNvPr>
              <p:cNvSpPr/>
              <p:nvPr/>
            </p:nvSpPr>
            <p:spPr>
              <a:xfrm rot="20151325">
                <a:off x="5177157" y="2681646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FAF813E0-8BE1-97F8-968F-0A65FEC7E2A6}"/>
                  </a:ext>
                </a:extLst>
              </p:cNvPr>
              <p:cNvSpPr/>
              <p:nvPr/>
            </p:nvSpPr>
            <p:spPr>
              <a:xfrm rot="20151325">
                <a:off x="5479785" y="2693106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C2954D4A-EC73-2B02-297B-5DFF4FE4896B}"/>
                  </a:ext>
                </a:extLst>
              </p:cNvPr>
              <p:cNvSpPr/>
              <p:nvPr/>
            </p:nvSpPr>
            <p:spPr>
              <a:xfrm rot="20151325">
                <a:off x="4849933" y="3338946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C7814F14-8608-6BC7-A080-EAF28C8C4A19}"/>
                  </a:ext>
                </a:extLst>
              </p:cNvPr>
              <p:cNvSpPr/>
              <p:nvPr/>
            </p:nvSpPr>
            <p:spPr>
              <a:xfrm rot="20151325">
                <a:off x="4728539" y="3435529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F6917C26-D02A-87D6-3C8B-BB0E949EC262}"/>
                  </a:ext>
                </a:extLst>
              </p:cNvPr>
              <p:cNvSpPr/>
              <p:nvPr/>
            </p:nvSpPr>
            <p:spPr>
              <a:xfrm rot="20151325">
                <a:off x="4979597" y="3143680"/>
                <a:ext cx="66674" cy="66674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2" name="矩形 91">
            <a:extLst>
              <a:ext uri="{FF2B5EF4-FFF2-40B4-BE49-F238E27FC236}">
                <a16:creationId xmlns:a16="http://schemas.microsoft.com/office/drawing/2014/main" id="{41FC1F92-AD58-429A-0319-23250AC3D790}"/>
              </a:ext>
            </a:extLst>
          </p:cNvPr>
          <p:cNvSpPr/>
          <p:nvPr/>
        </p:nvSpPr>
        <p:spPr>
          <a:xfrm>
            <a:off x="4373090" y="1492410"/>
            <a:ext cx="2301875" cy="20669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C665ACA-EC66-15BE-4BBA-43FC9164FA44}"/>
              </a:ext>
            </a:extLst>
          </p:cNvPr>
          <p:cNvCxnSpPr>
            <a:cxnSpLocks/>
            <a:stCxn id="96" idx="6"/>
            <a:endCxn id="95" idx="1"/>
          </p:cNvCxnSpPr>
          <p:nvPr/>
        </p:nvCxnSpPr>
        <p:spPr>
          <a:xfrm flipV="1">
            <a:off x="4600093" y="3352721"/>
            <a:ext cx="1812935" cy="1"/>
          </a:xfrm>
          <a:prstGeom prst="straightConnector1">
            <a:avLst/>
          </a:prstGeom>
          <a:ln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02413C19-D32E-6043-C768-10447B22A48E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4600093" y="1698785"/>
            <a:ext cx="0" cy="1653936"/>
          </a:xfrm>
          <a:prstGeom prst="straightConnector1">
            <a:avLst/>
          </a:prstGeom>
          <a:ln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9170FFF5-2E28-7D56-03CF-6E5BB15D55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62535"/>
              </p:ext>
            </p:extLst>
          </p:nvPr>
        </p:nvGraphicFramePr>
        <p:xfrm>
          <a:off x="6419850" y="3276600"/>
          <a:ext cx="1651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152280" progId="Equation.DSMT4">
                  <p:embed/>
                </p:oleObj>
              </mc:Choice>
              <mc:Fallback>
                <p:oleObj name="Equation" r:id="rId10" imgW="164880" imgH="1522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442223A-5606-82CF-7C20-E0CC936D4D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19850" y="3276600"/>
                        <a:ext cx="1651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椭圆 95">
            <a:extLst>
              <a:ext uri="{FF2B5EF4-FFF2-40B4-BE49-F238E27FC236}">
                <a16:creationId xmlns:a16="http://schemas.microsoft.com/office/drawing/2014/main" id="{AD1F9457-8DFA-EFDC-48B7-B6DD26406041}"/>
              </a:ext>
            </a:extLst>
          </p:cNvPr>
          <p:cNvSpPr/>
          <p:nvPr/>
        </p:nvSpPr>
        <p:spPr>
          <a:xfrm>
            <a:off x="4600092" y="3352721"/>
            <a:ext cx="0" cy="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69A085AB-5154-2829-F9DB-3F3F1E807E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236959"/>
              </p:ext>
            </p:extLst>
          </p:nvPr>
        </p:nvGraphicFramePr>
        <p:xfrm>
          <a:off x="4536593" y="1546385"/>
          <a:ext cx="127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52280" progId="Equation.DSMT4">
                  <p:embed/>
                </p:oleObj>
              </mc:Choice>
              <mc:Fallback>
                <p:oleObj name="Equation" r:id="rId4" imgW="126720" imgH="1522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001A4AE-63B6-AE14-8EB7-5ABFE48D1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36593" y="1546385"/>
                        <a:ext cx="1270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146654BF-B648-A913-FD0F-B679146F4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578565"/>
              </p:ext>
            </p:extLst>
          </p:nvPr>
        </p:nvGraphicFramePr>
        <p:xfrm>
          <a:off x="5081588" y="2001838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240" imgH="215640" progId="Equation.DSMT4">
                  <p:embed/>
                </p:oleObj>
              </mc:Choice>
              <mc:Fallback>
                <p:oleObj name="Equation" r:id="rId12" imgW="444240" imgH="21564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4F7B9F5A-2199-6361-4F77-44BEE6EB9D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81588" y="2001838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1F2508DA-7A68-0075-F6A7-DB544ECDA2FA}"/>
              </a:ext>
            </a:extLst>
          </p:cNvPr>
          <p:cNvCxnSpPr>
            <a:cxnSpLocks/>
            <a:stCxn id="105" idx="1"/>
            <a:endCxn id="101" idx="2"/>
          </p:cNvCxnSpPr>
          <p:nvPr/>
        </p:nvCxnSpPr>
        <p:spPr>
          <a:xfrm flipH="1" flipV="1">
            <a:off x="5303838" y="2217738"/>
            <a:ext cx="156593" cy="1723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100B4D49-BBC2-04B2-F7A4-6533A5D60775}"/>
              </a:ext>
            </a:extLst>
          </p:cNvPr>
          <p:cNvSpPr/>
          <p:nvPr/>
        </p:nvSpPr>
        <p:spPr>
          <a:xfrm rot="23206">
            <a:off x="4890536" y="2794031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5447F5A-D7C6-B132-4CDD-1247C929BA5D}"/>
              </a:ext>
            </a:extLst>
          </p:cNvPr>
          <p:cNvSpPr/>
          <p:nvPr/>
        </p:nvSpPr>
        <p:spPr>
          <a:xfrm rot="23206">
            <a:off x="5574945" y="2612629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E91F0938-C966-AE57-CE5B-94721ECEF5D4}"/>
              </a:ext>
            </a:extLst>
          </p:cNvPr>
          <p:cNvSpPr/>
          <p:nvPr/>
        </p:nvSpPr>
        <p:spPr>
          <a:xfrm rot="23206">
            <a:off x="5450507" y="2380475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746BA477-5723-512F-61AB-C8490ADCE128}"/>
              </a:ext>
            </a:extLst>
          </p:cNvPr>
          <p:cNvSpPr/>
          <p:nvPr/>
        </p:nvSpPr>
        <p:spPr>
          <a:xfrm rot="23206">
            <a:off x="5637164" y="2482638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65498865-8D19-2CB0-A93D-6A382D13429C}"/>
              </a:ext>
            </a:extLst>
          </p:cNvPr>
          <p:cNvSpPr/>
          <p:nvPr/>
        </p:nvSpPr>
        <p:spPr>
          <a:xfrm rot="23206">
            <a:off x="5388288" y="2621110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D99F8BD1-0CCC-5260-7CA1-0CCFBBFE4532}"/>
              </a:ext>
            </a:extLst>
          </p:cNvPr>
          <p:cNvSpPr/>
          <p:nvPr/>
        </p:nvSpPr>
        <p:spPr>
          <a:xfrm rot="23206">
            <a:off x="5886040" y="2348307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48E1F01A-0FA9-33F0-6F11-43C0F30F3050}"/>
              </a:ext>
            </a:extLst>
          </p:cNvPr>
          <p:cNvSpPr/>
          <p:nvPr/>
        </p:nvSpPr>
        <p:spPr>
          <a:xfrm rot="23206">
            <a:off x="5077193" y="2735564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31E06C7D-BF2A-5D18-DEF9-9D24CC387FBC}"/>
              </a:ext>
            </a:extLst>
          </p:cNvPr>
          <p:cNvSpPr/>
          <p:nvPr/>
        </p:nvSpPr>
        <p:spPr>
          <a:xfrm rot="23206">
            <a:off x="5139412" y="2595484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49C81533-FF52-B437-B6A2-BCD31B3FA2F6}"/>
              </a:ext>
            </a:extLst>
          </p:cNvPr>
          <p:cNvSpPr/>
          <p:nvPr/>
        </p:nvSpPr>
        <p:spPr>
          <a:xfrm rot="23206">
            <a:off x="4952755" y="2698100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FDC5F51B-4174-E356-9EDB-6AA8FC25E89E}"/>
              </a:ext>
            </a:extLst>
          </p:cNvPr>
          <p:cNvSpPr/>
          <p:nvPr/>
        </p:nvSpPr>
        <p:spPr>
          <a:xfrm rot="23206">
            <a:off x="5823821" y="2635342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06F2F732-6018-D7C3-D7EC-1D1FA57F64BA}"/>
              </a:ext>
            </a:extLst>
          </p:cNvPr>
          <p:cNvSpPr/>
          <p:nvPr/>
        </p:nvSpPr>
        <p:spPr>
          <a:xfrm rot="23206">
            <a:off x="5761602" y="2470569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644AC780-1C6B-6234-ED13-62D897F64104}"/>
              </a:ext>
            </a:extLst>
          </p:cNvPr>
          <p:cNvSpPr/>
          <p:nvPr/>
        </p:nvSpPr>
        <p:spPr>
          <a:xfrm rot="23206">
            <a:off x="6134907" y="2500073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988D27DF-772E-55FE-34A2-F8B243ED40E1}"/>
              </a:ext>
            </a:extLst>
          </p:cNvPr>
          <p:cNvSpPr/>
          <p:nvPr/>
        </p:nvSpPr>
        <p:spPr>
          <a:xfrm rot="23206">
            <a:off x="5326069" y="2457296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AEA226EC-8DCC-0982-587A-DDC65F2B3F79}"/>
              </a:ext>
            </a:extLst>
          </p:cNvPr>
          <p:cNvSpPr/>
          <p:nvPr/>
        </p:nvSpPr>
        <p:spPr>
          <a:xfrm rot="23206">
            <a:off x="5948259" y="2528856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4B822A4F-B836-E2AD-1169-D8A10479B937}"/>
              </a:ext>
            </a:extLst>
          </p:cNvPr>
          <p:cNvSpPr/>
          <p:nvPr/>
        </p:nvSpPr>
        <p:spPr>
          <a:xfrm rot="23206">
            <a:off x="6010478" y="2295442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B61CF388-1FEC-9CE9-F34B-99F9B7574C5E}"/>
              </a:ext>
            </a:extLst>
          </p:cNvPr>
          <p:cNvSpPr/>
          <p:nvPr/>
        </p:nvSpPr>
        <p:spPr>
          <a:xfrm rot="23206">
            <a:off x="5263850" y="2629939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A1ED5725-66F6-B96A-7182-9757255E8227}"/>
              </a:ext>
            </a:extLst>
          </p:cNvPr>
          <p:cNvSpPr/>
          <p:nvPr/>
        </p:nvSpPr>
        <p:spPr>
          <a:xfrm rot="23206">
            <a:off x="5512726" y="2543301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C005F009-F59B-0C43-0415-0D80A79FC42A}"/>
              </a:ext>
            </a:extLst>
          </p:cNvPr>
          <p:cNvSpPr/>
          <p:nvPr/>
        </p:nvSpPr>
        <p:spPr>
          <a:xfrm rot="23206">
            <a:off x="5699383" y="2327561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9C8FB9DF-5415-4205-DB0A-4C43EB48DA27}"/>
              </a:ext>
            </a:extLst>
          </p:cNvPr>
          <p:cNvSpPr/>
          <p:nvPr/>
        </p:nvSpPr>
        <p:spPr>
          <a:xfrm rot="23206">
            <a:off x="6072697" y="2463635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97C00AF5-D212-FACD-416D-C53766B68E71}"/>
              </a:ext>
            </a:extLst>
          </p:cNvPr>
          <p:cNvSpPr/>
          <p:nvPr/>
        </p:nvSpPr>
        <p:spPr>
          <a:xfrm rot="23206">
            <a:off x="5014974" y="2789669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D85EB90D-08B7-EC02-4B90-8F439CBEA68F}"/>
              </a:ext>
            </a:extLst>
          </p:cNvPr>
          <p:cNvSpPr/>
          <p:nvPr/>
        </p:nvSpPr>
        <p:spPr>
          <a:xfrm rot="23206">
            <a:off x="4828317" y="2827133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18996E2-3E0C-06DB-02C4-82A8314EDE31}"/>
              </a:ext>
            </a:extLst>
          </p:cNvPr>
          <p:cNvSpPr/>
          <p:nvPr/>
        </p:nvSpPr>
        <p:spPr>
          <a:xfrm rot="23206">
            <a:off x="5201631" y="2665864"/>
            <a:ext cx="66674" cy="66674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54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36DB-FE3E-2715-B840-2393F55C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90EB2699-43C9-6126-C183-56D12DEC4997}"/>
              </a:ext>
            </a:extLst>
          </p:cNvPr>
          <p:cNvSpPr/>
          <p:nvPr/>
        </p:nvSpPr>
        <p:spPr>
          <a:xfrm>
            <a:off x="4373090" y="1492410"/>
            <a:ext cx="2301875" cy="20669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F9C6EE0-7215-D4A2-9366-09DE3EAF224E}"/>
              </a:ext>
            </a:extLst>
          </p:cNvPr>
          <p:cNvCxnSpPr>
            <a:stCxn id="105" idx="2"/>
          </p:cNvCxnSpPr>
          <p:nvPr/>
        </p:nvCxnSpPr>
        <p:spPr>
          <a:xfrm flipH="1">
            <a:off x="4600093" y="2413587"/>
            <a:ext cx="850415" cy="1619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261816B-F631-E3BE-7B94-B825C2ECCE96}"/>
              </a:ext>
            </a:extLst>
          </p:cNvPr>
          <p:cNvCxnSpPr>
            <a:cxnSpLocks/>
            <a:stCxn id="105" idx="4"/>
          </p:cNvCxnSpPr>
          <p:nvPr/>
        </p:nvCxnSpPr>
        <p:spPr>
          <a:xfrm>
            <a:off x="5483619" y="2447148"/>
            <a:ext cx="0" cy="90557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350CA6F9-7164-CC26-5446-CF4B76BD7E46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4638674" y="1698864"/>
            <a:ext cx="0" cy="1653936"/>
          </a:xfrm>
          <a:prstGeom prst="straightConnector1">
            <a:avLst/>
          </a:prstGeom>
          <a:ln w="22225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9D6ABD9A-9147-5DBC-3AF1-4BAC1D77D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253142"/>
              </p:ext>
            </p:extLst>
          </p:nvPr>
        </p:nvGraphicFramePr>
        <p:xfrm>
          <a:off x="6419850" y="3276600"/>
          <a:ext cx="1651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152280" progId="Equation.DSMT4">
                  <p:embed/>
                </p:oleObj>
              </mc:Choice>
              <mc:Fallback>
                <p:oleObj name="Equation" r:id="rId2" imgW="164880" imgH="15228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9170FFF5-2E28-7D56-03CF-6E5BB15D5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19850" y="3276600"/>
                        <a:ext cx="1651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椭圆 95">
            <a:extLst>
              <a:ext uri="{FF2B5EF4-FFF2-40B4-BE49-F238E27FC236}">
                <a16:creationId xmlns:a16="http://schemas.microsoft.com/office/drawing/2014/main" id="{9111D715-D89D-0683-FD0F-DA03F0FA2364}"/>
              </a:ext>
            </a:extLst>
          </p:cNvPr>
          <p:cNvSpPr/>
          <p:nvPr/>
        </p:nvSpPr>
        <p:spPr>
          <a:xfrm flipH="1">
            <a:off x="4638675" y="3352800"/>
            <a:ext cx="0" cy="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6B2A5EE3-5D65-02F7-F8F0-2FCACBC4D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122923"/>
              </p:ext>
            </p:extLst>
          </p:nvPr>
        </p:nvGraphicFramePr>
        <p:xfrm>
          <a:off x="4575174" y="1546385"/>
          <a:ext cx="127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52280" progId="Equation.DSMT4">
                  <p:embed/>
                </p:oleObj>
              </mc:Choice>
              <mc:Fallback>
                <p:oleObj name="Equation" r:id="rId4" imgW="126720" imgH="152280" progId="Equation.DSMT4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69A085AB-5154-2829-F9DB-3F3F1E807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5174" y="1546385"/>
                        <a:ext cx="1270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28A35D5E-1C40-8B52-B6B4-22EC6E7BBC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059676"/>
              </p:ext>
            </p:extLst>
          </p:nvPr>
        </p:nvGraphicFramePr>
        <p:xfrm>
          <a:off x="5081588" y="2001838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240" imgH="215640" progId="Equation.DSMT4">
                  <p:embed/>
                </p:oleObj>
              </mc:Choice>
              <mc:Fallback>
                <p:oleObj name="Equation" r:id="rId6" imgW="444240" imgH="215640" progId="Equation.DSMT4">
                  <p:embed/>
                  <p:pic>
                    <p:nvPicPr>
                      <p:cNvPr id="101" name="对象 100">
                        <a:extLst>
                          <a:ext uri="{FF2B5EF4-FFF2-40B4-BE49-F238E27FC236}">
                            <a16:creationId xmlns:a16="http://schemas.microsoft.com/office/drawing/2014/main" id="{146654BF-B648-A913-FD0F-B679146F47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81588" y="2001838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28A0A47D-94EE-AD78-060F-04EB5B61D7A7}"/>
              </a:ext>
            </a:extLst>
          </p:cNvPr>
          <p:cNvCxnSpPr>
            <a:cxnSpLocks/>
            <a:stCxn id="105" idx="1"/>
            <a:endCxn id="101" idx="2"/>
          </p:cNvCxnSpPr>
          <p:nvPr/>
        </p:nvCxnSpPr>
        <p:spPr>
          <a:xfrm flipH="1" flipV="1">
            <a:off x="5303838" y="2217738"/>
            <a:ext cx="156593" cy="1723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CC9E18B8-191C-0BD6-0328-549D00F002AE}"/>
              </a:ext>
            </a:extLst>
          </p:cNvPr>
          <p:cNvSpPr/>
          <p:nvPr/>
        </p:nvSpPr>
        <p:spPr>
          <a:xfrm rot="23206">
            <a:off x="4890536" y="2794031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70712EC6-C30F-AE89-6F36-B42342F3AA54}"/>
              </a:ext>
            </a:extLst>
          </p:cNvPr>
          <p:cNvSpPr/>
          <p:nvPr/>
        </p:nvSpPr>
        <p:spPr>
          <a:xfrm rot="23206">
            <a:off x="5574945" y="2612629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536D598-C65C-1096-F9F1-FA185F55DA3E}"/>
              </a:ext>
            </a:extLst>
          </p:cNvPr>
          <p:cNvSpPr/>
          <p:nvPr/>
        </p:nvSpPr>
        <p:spPr>
          <a:xfrm rot="23206">
            <a:off x="5450507" y="2380475"/>
            <a:ext cx="66674" cy="66674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B4C9D15E-E821-5EB9-DCDD-086D96A55839}"/>
              </a:ext>
            </a:extLst>
          </p:cNvPr>
          <p:cNvSpPr/>
          <p:nvPr/>
        </p:nvSpPr>
        <p:spPr>
          <a:xfrm rot="23206">
            <a:off x="5637164" y="2482638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4C607601-68ED-F6B5-7FDC-A504DDF7D04B}"/>
              </a:ext>
            </a:extLst>
          </p:cNvPr>
          <p:cNvSpPr/>
          <p:nvPr/>
        </p:nvSpPr>
        <p:spPr>
          <a:xfrm rot="23206">
            <a:off x="5388288" y="2621110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B87EFF61-EB59-139E-A90D-8744CADA3775}"/>
              </a:ext>
            </a:extLst>
          </p:cNvPr>
          <p:cNvSpPr/>
          <p:nvPr/>
        </p:nvSpPr>
        <p:spPr>
          <a:xfrm rot="23206">
            <a:off x="5886040" y="2348307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96C47A1-A956-CA5A-2C69-98C33D509207}"/>
              </a:ext>
            </a:extLst>
          </p:cNvPr>
          <p:cNvSpPr/>
          <p:nvPr/>
        </p:nvSpPr>
        <p:spPr>
          <a:xfrm rot="23206">
            <a:off x="5077193" y="2735564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D6D95841-8B39-5703-BBBE-9B01B4A42FB0}"/>
              </a:ext>
            </a:extLst>
          </p:cNvPr>
          <p:cNvSpPr/>
          <p:nvPr/>
        </p:nvSpPr>
        <p:spPr>
          <a:xfrm rot="23206">
            <a:off x="5139412" y="2595484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E2617F01-CDA3-5597-97E3-5361BCC5739C}"/>
              </a:ext>
            </a:extLst>
          </p:cNvPr>
          <p:cNvSpPr/>
          <p:nvPr/>
        </p:nvSpPr>
        <p:spPr>
          <a:xfrm rot="23206">
            <a:off x="4952755" y="2698100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B0CAB147-48DF-1C63-4715-3765C8A5FDB7}"/>
              </a:ext>
            </a:extLst>
          </p:cNvPr>
          <p:cNvSpPr/>
          <p:nvPr/>
        </p:nvSpPr>
        <p:spPr>
          <a:xfrm rot="23206">
            <a:off x="5823821" y="2635342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D7898809-2E21-5CF2-AE7E-B18984F574BB}"/>
              </a:ext>
            </a:extLst>
          </p:cNvPr>
          <p:cNvSpPr/>
          <p:nvPr/>
        </p:nvSpPr>
        <p:spPr>
          <a:xfrm rot="23206">
            <a:off x="5761602" y="2470569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CDEE2490-8F73-8C58-09D8-886FDBC91619}"/>
              </a:ext>
            </a:extLst>
          </p:cNvPr>
          <p:cNvSpPr/>
          <p:nvPr/>
        </p:nvSpPr>
        <p:spPr>
          <a:xfrm rot="23206">
            <a:off x="6134907" y="2500073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DBBED1C-1D77-7ADE-BB8A-F21E2ECF110B}"/>
              </a:ext>
            </a:extLst>
          </p:cNvPr>
          <p:cNvSpPr/>
          <p:nvPr/>
        </p:nvSpPr>
        <p:spPr>
          <a:xfrm rot="23206">
            <a:off x="5326069" y="2457296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09A3EC05-F02B-5DA2-5DDC-9A24B3CC4B23}"/>
              </a:ext>
            </a:extLst>
          </p:cNvPr>
          <p:cNvSpPr/>
          <p:nvPr/>
        </p:nvSpPr>
        <p:spPr>
          <a:xfrm rot="23206">
            <a:off x="5948259" y="2528856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BF672B63-3737-9F92-2E94-0EEB41627AD9}"/>
              </a:ext>
            </a:extLst>
          </p:cNvPr>
          <p:cNvSpPr/>
          <p:nvPr/>
        </p:nvSpPr>
        <p:spPr>
          <a:xfrm rot="23206">
            <a:off x="6010478" y="2295442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EF7B672B-E422-CE39-9E11-996E54D79397}"/>
              </a:ext>
            </a:extLst>
          </p:cNvPr>
          <p:cNvSpPr/>
          <p:nvPr/>
        </p:nvSpPr>
        <p:spPr>
          <a:xfrm rot="23206">
            <a:off x="5263850" y="2629939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E4FFA54D-98D7-3214-91C1-4A6DF0FA8202}"/>
              </a:ext>
            </a:extLst>
          </p:cNvPr>
          <p:cNvSpPr/>
          <p:nvPr/>
        </p:nvSpPr>
        <p:spPr>
          <a:xfrm rot="23206">
            <a:off x="5512726" y="2543301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BD0396E4-BFCB-1257-794F-C33DFC5523F7}"/>
              </a:ext>
            </a:extLst>
          </p:cNvPr>
          <p:cNvSpPr/>
          <p:nvPr/>
        </p:nvSpPr>
        <p:spPr>
          <a:xfrm rot="23206">
            <a:off x="5699383" y="2327561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AAC27004-0A62-8027-3FCA-4F33B072C14B}"/>
              </a:ext>
            </a:extLst>
          </p:cNvPr>
          <p:cNvSpPr/>
          <p:nvPr/>
        </p:nvSpPr>
        <p:spPr>
          <a:xfrm rot="23206">
            <a:off x="6072697" y="2463635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B4B5EF47-37BA-141B-7281-660D6487D8D9}"/>
              </a:ext>
            </a:extLst>
          </p:cNvPr>
          <p:cNvSpPr/>
          <p:nvPr/>
        </p:nvSpPr>
        <p:spPr>
          <a:xfrm rot="23206">
            <a:off x="5014974" y="2789669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55526653-A5D3-1F8E-10FF-F54D98313807}"/>
              </a:ext>
            </a:extLst>
          </p:cNvPr>
          <p:cNvSpPr/>
          <p:nvPr/>
        </p:nvSpPr>
        <p:spPr>
          <a:xfrm rot="23206">
            <a:off x="4828317" y="2827133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F817BA0A-F834-4DC8-8B70-5208D7982DE6}"/>
              </a:ext>
            </a:extLst>
          </p:cNvPr>
          <p:cNvSpPr/>
          <p:nvPr/>
        </p:nvSpPr>
        <p:spPr>
          <a:xfrm rot="23206">
            <a:off x="5201631" y="2665864"/>
            <a:ext cx="66674" cy="66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FD53486-0604-19DE-27CF-874EF8E758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598463"/>
              </p:ext>
            </p:extLst>
          </p:nvPr>
        </p:nvGraphicFramePr>
        <p:xfrm>
          <a:off x="5407419" y="3318019"/>
          <a:ext cx="152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03040" progId="Equation.DSMT4">
                  <p:embed/>
                </p:oleObj>
              </mc:Choice>
              <mc:Fallback>
                <p:oleObj name="Equation" r:id="rId8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07419" y="3318019"/>
                        <a:ext cx="152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3FC8BEF-8D41-D040-41D3-186A636D5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090911"/>
              </p:ext>
            </p:extLst>
          </p:nvPr>
        </p:nvGraphicFramePr>
        <p:xfrm>
          <a:off x="4430713" y="22860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03040" progId="Equation.DSMT4">
                  <p:embed/>
                </p:oleObj>
              </mc:Choice>
              <mc:Fallback>
                <p:oleObj name="Equation" r:id="rId10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30713" y="2286000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ABD58C5-32E5-33B6-983E-17FE3B58F139}"/>
              </a:ext>
            </a:extLst>
          </p:cNvPr>
          <p:cNvSpPr/>
          <p:nvPr/>
        </p:nvSpPr>
        <p:spPr>
          <a:xfrm>
            <a:off x="4643438" y="2482104"/>
            <a:ext cx="1681162" cy="873077"/>
          </a:xfrm>
          <a:custGeom>
            <a:avLst/>
            <a:gdLst>
              <a:gd name="csX0" fmla="*/ 0 w 1731169"/>
              <a:gd name="csY0" fmla="*/ 376238 h 376238"/>
              <a:gd name="csX1" fmla="*/ 647700 w 1731169"/>
              <a:gd name="csY1" fmla="*/ 376238 h 376238"/>
              <a:gd name="csX2" fmla="*/ 862013 w 1731169"/>
              <a:gd name="csY2" fmla="*/ 0 h 376238"/>
              <a:gd name="csX3" fmla="*/ 1078706 w 1731169"/>
              <a:gd name="csY3" fmla="*/ 369094 h 376238"/>
              <a:gd name="csX4" fmla="*/ 1731169 w 1731169"/>
              <a:gd name="csY4" fmla="*/ 369094 h 376238"/>
              <a:gd name="csX0" fmla="*/ 0 w 1731169"/>
              <a:gd name="csY0" fmla="*/ 376238 h 378329"/>
              <a:gd name="csX1" fmla="*/ 647700 w 1731169"/>
              <a:gd name="csY1" fmla="*/ 376238 h 378329"/>
              <a:gd name="csX2" fmla="*/ 862013 w 1731169"/>
              <a:gd name="csY2" fmla="*/ 0 h 378329"/>
              <a:gd name="csX3" fmla="*/ 1086032 w 1731169"/>
              <a:gd name="csY3" fmla="*/ 378329 h 378329"/>
              <a:gd name="csX4" fmla="*/ 1731169 w 1731169"/>
              <a:gd name="csY4" fmla="*/ 369094 h 378329"/>
              <a:gd name="csX0" fmla="*/ 0 w 1723844"/>
              <a:gd name="csY0" fmla="*/ 376238 h 378329"/>
              <a:gd name="csX1" fmla="*/ 647700 w 1723844"/>
              <a:gd name="csY1" fmla="*/ 376238 h 378329"/>
              <a:gd name="csX2" fmla="*/ 862013 w 1723844"/>
              <a:gd name="csY2" fmla="*/ 0 h 378329"/>
              <a:gd name="csX3" fmla="*/ 1086032 w 1723844"/>
              <a:gd name="csY3" fmla="*/ 378329 h 378329"/>
              <a:gd name="csX4" fmla="*/ 1723844 w 1723844"/>
              <a:gd name="csY4" fmla="*/ 375251 h 378329"/>
              <a:gd name="csX0" fmla="*/ 0 w 1723844"/>
              <a:gd name="csY0" fmla="*/ 376238 h 376238"/>
              <a:gd name="csX1" fmla="*/ 647700 w 1723844"/>
              <a:gd name="csY1" fmla="*/ 376238 h 376238"/>
              <a:gd name="csX2" fmla="*/ 862013 w 1723844"/>
              <a:gd name="csY2" fmla="*/ 0 h 376238"/>
              <a:gd name="csX3" fmla="*/ 1090915 w 1723844"/>
              <a:gd name="csY3" fmla="*/ 375251 h 376238"/>
              <a:gd name="csX4" fmla="*/ 1723844 w 1723844"/>
              <a:gd name="csY4" fmla="*/ 375251 h 376238"/>
              <a:gd name="csX0" fmla="*/ 0 w 1723844"/>
              <a:gd name="csY0" fmla="*/ 376238 h 376238"/>
              <a:gd name="csX1" fmla="*/ 647700 w 1723844"/>
              <a:gd name="csY1" fmla="*/ 376238 h 376238"/>
              <a:gd name="csX2" fmla="*/ 862013 w 1723844"/>
              <a:gd name="csY2" fmla="*/ 0 h 376238"/>
              <a:gd name="csX3" fmla="*/ 1090915 w 1723844"/>
              <a:gd name="csY3" fmla="*/ 375251 h 376238"/>
              <a:gd name="csX4" fmla="*/ 1723844 w 1723844"/>
              <a:gd name="csY4" fmla="*/ 375251 h 3762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3844" h="376238">
                <a:moveTo>
                  <a:pt x="0" y="376238"/>
                </a:moveTo>
                <a:lnTo>
                  <a:pt x="647700" y="376238"/>
                </a:lnTo>
                <a:cubicBezTo>
                  <a:pt x="791369" y="313532"/>
                  <a:pt x="788144" y="164"/>
                  <a:pt x="862013" y="0"/>
                </a:cubicBezTo>
                <a:cubicBezTo>
                  <a:pt x="935882" y="-164"/>
                  <a:pt x="947277" y="312709"/>
                  <a:pt x="1090915" y="375251"/>
                </a:cubicBezTo>
                <a:lnTo>
                  <a:pt x="1723844" y="37525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FE27968-0D2A-BAF1-C450-B780A36AFC82}"/>
              </a:ext>
            </a:extLst>
          </p:cNvPr>
          <p:cNvSpPr/>
          <p:nvPr/>
        </p:nvSpPr>
        <p:spPr>
          <a:xfrm>
            <a:off x="4641057" y="2988468"/>
            <a:ext cx="1688306" cy="367505"/>
          </a:xfrm>
          <a:custGeom>
            <a:avLst/>
            <a:gdLst>
              <a:gd name="csX0" fmla="*/ 0 w 1731169"/>
              <a:gd name="csY0" fmla="*/ 366713 h 366713"/>
              <a:gd name="csX1" fmla="*/ 214312 w 1731169"/>
              <a:gd name="csY1" fmla="*/ 366713 h 366713"/>
              <a:gd name="csX2" fmla="*/ 433387 w 1731169"/>
              <a:gd name="csY2" fmla="*/ 0 h 366713"/>
              <a:gd name="csX3" fmla="*/ 650081 w 1731169"/>
              <a:gd name="csY3" fmla="*/ 364331 h 366713"/>
              <a:gd name="csX4" fmla="*/ 1731169 w 1731169"/>
              <a:gd name="csY4" fmla="*/ 364331 h 366713"/>
              <a:gd name="csX5" fmla="*/ 1731169 w 1731169"/>
              <a:gd name="csY5" fmla="*/ 364331 h 366713"/>
              <a:gd name="csX0" fmla="*/ 0 w 1731169"/>
              <a:gd name="csY0" fmla="*/ 366713 h 366713"/>
              <a:gd name="csX1" fmla="*/ 214312 w 1731169"/>
              <a:gd name="csY1" fmla="*/ 366713 h 366713"/>
              <a:gd name="csX2" fmla="*/ 433387 w 1731169"/>
              <a:gd name="csY2" fmla="*/ 0 h 366713"/>
              <a:gd name="csX3" fmla="*/ 650081 w 1731169"/>
              <a:gd name="csY3" fmla="*/ 364331 h 366713"/>
              <a:gd name="csX4" fmla="*/ 1731169 w 1731169"/>
              <a:gd name="csY4" fmla="*/ 364331 h 366713"/>
              <a:gd name="csX5" fmla="*/ 1731169 w 1731169"/>
              <a:gd name="csY5" fmla="*/ 364331 h 366713"/>
              <a:gd name="csX0" fmla="*/ 0 w 1731169"/>
              <a:gd name="csY0" fmla="*/ 366713 h 366713"/>
              <a:gd name="csX1" fmla="*/ 214312 w 1731169"/>
              <a:gd name="csY1" fmla="*/ 366713 h 366713"/>
              <a:gd name="csX2" fmla="*/ 433387 w 1731169"/>
              <a:gd name="csY2" fmla="*/ 0 h 366713"/>
              <a:gd name="csX3" fmla="*/ 650081 w 1731169"/>
              <a:gd name="csY3" fmla="*/ 364331 h 366713"/>
              <a:gd name="csX4" fmla="*/ 1731169 w 1731169"/>
              <a:gd name="csY4" fmla="*/ 364331 h 366713"/>
              <a:gd name="csX5" fmla="*/ 1731169 w 1731169"/>
              <a:gd name="csY5" fmla="*/ 364331 h 366713"/>
              <a:gd name="csX0" fmla="*/ 0 w 1731169"/>
              <a:gd name="csY0" fmla="*/ 366713 h 366713"/>
              <a:gd name="csX1" fmla="*/ 214312 w 1731169"/>
              <a:gd name="csY1" fmla="*/ 366713 h 366713"/>
              <a:gd name="csX2" fmla="*/ 433387 w 1731169"/>
              <a:gd name="csY2" fmla="*/ 0 h 366713"/>
              <a:gd name="csX3" fmla="*/ 650081 w 1731169"/>
              <a:gd name="csY3" fmla="*/ 364331 h 366713"/>
              <a:gd name="csX4" fmla="*/ 1731169 w 1731169"/>
              <a:gd name="csY4" fmla="*/ 364331 h 366713"/>
              <a:gd name="csX5" fmla="*/ 1731169 w 1731169"/>
              <a:gd name="csY5" fmla="*/ 364331 h 366713"/>
              <a:gd name="csX0" fmla="*/ 0 w 1731169"/>
              <a:gd name="csY0" fmla="*/ 366713 h 366713"/>
              <a:gd name="csX1" fmla="*/ 214312 w 1731169"/>
              <a:gd name="csY1" fmla="*/ 366713 h 366713"/>
              <a:gd name="csX2" fmla="*/ 433387 w 1731169"/>
              <a:gd name="csY2" fmla="*/ 0 h 366713"/>
              <a:gd name="csX3" fmla="*/ 650081 w 1731169"/>
              <a:gd name="csY3" fmla="*/ 364331 h 366713"/>
              <a:gd name="csX4" fmla="*/ 1731169 w 1731169"/>
              <a:gd name="csY4" fmla="*/ 364331 h 366713"/>
              <a:gd name="csX5" fmla="*/ 1731169 w 1731169"/>
              <a:gd name="csY5" fmla="*/ 364331 h 366713"/>
              <a:gd name="csX0" fmla="*/ 0 w 1731169"/>
              <a:gd name="csY0" fmla="*/ 366713 h 366713"/>
              <a:gd name="csX1" fmla="*/ 214312 w 1731169"/>
              <a:gd name="csY1" fmla="*/ 366713 h 366713"/>
              <a:gd name="csX2" fmla="*/ 433387 w 1731169"/>
              <a:gd name="csY2" fmla="*/ 0 h 366713"/>
              <a:gd name="csX3" fmla="*/ 650081 w 1731169"/>
              <a:gd name="csY3" fmla="*/ 364331 h 366713"/>
              <a:gd name="csX4" fmla="*/ 1731169 w 1731169"/>
              <a:gd name="csY4" fmla="*/ 364331 h 366713"/>
              <a:gd name="csX5" fmla="*/ 1731169 w 1731169"/>
              <a:gd name="csY5" fmla="*/ 364331 h 366713"/>
              <a:gd name="csX0" fmla="*/ 0 w 1731169"/>
              <a:gd name="csY0" fmla="*/ 366713 h 367505"/>
              <a:gd name="csX1" fmla="*/ 214312 w 1731169"/>
              <a:gd name="csY1" fmla="*/ 366713 h 367505"/>
              <a:gd name="csX2" fmla="*/ 433387 w 1731169"/>
              <a:gd name="csY2" fmla="*/ 0 h 367505"/>
              <a:gd name="csX3" fmla="*/ 650081 w 1731169"/>
              <a:gd name="csY3" fmla="*/ 364331 h 367505"/>
              <a:gd name="csX4" fmla="*/ 1731169 w 1731169"/>
              <a:gd name="csY4" fmla="*/ 364331 h 367505"/>
              <a:gd name="csX5" fmla="*/ 1731169 w 1731169"/>
              <a:gd name="csY5" fmla="*/ 364331 h 367505"/>
              <a:gd name="csX0" fmla="*/ 0 w 1731169"/>
              <a:gd name="csY0" fmla="*/ 366713 h 367505"/>
              <a:gd name="csX1" fmla="*/ 214312 w 1731169"/>
              <a:gd name="csY1" fmla="*/ 366713 h 367505"/>
              <a:gd name="csX2" fmla="*/ 433387 w 1731169"/>
              <a:gd name="csY2" fmla="*/ 0 h 367505"/>
              <a:gd name="csX3" fmla="*/ 650081 w 1731169"/>
              <a:gd name="csY3" fmla="*/ 364331 h 367505"/>
              <a:gd name="csX4" fmla="*/ 1731169 w 1731169"/>
              <a:gd name="csY4" fmla="*/ 364331 h 367505"/>
              <a:gd name="csX5" fmla="*/ 1731169 w 1731169"/>
              <a:gd name="csY5" fmla="*/ 364331 h 367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31169" h="367505">
                <a:moveTo>
                  <a:pt x="0" y="366713"/>
                </a:moveTo>
                <a:lnTo>
                  <a:pt x="214312" y="366713"/>
                </a:lnTo>
                <a:cubicBezTo>
                  <a:pt x="335377" y="369888"/>
                  <a:pt x="360759" y="397"/>
                  <a:pt x="433387" y="0"/>
                </a:cubicBezTo>
                <a:cubicBezTo>
                  <a:pt x="506015" y="-397"/>
                  <a:pt x="546097" y="357188"/>
                  <a:pt x="650081" y="364331"/>
                </a:cubicBezTo>
                <a:cubicBezTo>
                  <a:pt x="754065" y="371474"/>
                  <a:pt x="1370806" y="364331"/>
                  <a:pt x="1731169" y="364331"/>
                </a:cubicBezTo>
                <a:lnTo>
                  <a:pt x="1731169" y="364331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57D60C2-4B7F-1B64-A57A-6FC95702E864}"/>
              </a:ext>
            </a:extLst>
          </p:cNvPr>
          <p:cNvSpPr/>
          <p:nvPr/>
        </p:nvSpPr>
        <p:spPr>
          <a:xfrm>
            <a:off x="4638675" y="2981323"/>
            <a:ext cx="1688305" cy="373858"/>
          </a:xfrm>
          <a:custGeom>
            <a:avLst/>
            <a:gdLst>
              <a:gd name="csX0" fmla="*/ 0 w 1731168"/>
              <a:gd name="csY0" fmla="*/ 373857 h 373857"/>
              <a:gd name="csX1" fmla="*/ 1088231 w 1731168"/>
              <a:gd name="csY1" fmla="*/ 373857 h 373857"/>
              <a:gd name="csX2" fmla="*/ 1300162 w 1731168"/>
              <a:gd name="csY2" fmla="*/ 0 h 373857"/>
              <a:gd name="csX3" fmla="*/ 1516856 w 1731168"/>
              <a:gd name="csY3" fmla="*/ 369094 h 373857"/>
              <a:gd name="csX4" fmla="*/ 1731168 w 1731168"/>
              <a:gd name="csY4" fmla="*/ 369094 h 373857"/>
              <a:gd name="csX0" fmla="*/ 0 w 1731168"/>
              <a:gd name="csY0" fmla="*/ 373858 h 373858"/>
              <a:gd name="csX1" fmla="*/ 1088231 w 1731168"/>
              <a:gd name="csY1" fmla="*/ 373858 h 373858"/>
              <a:gd name="csX2" fmla="*/ 1300162 w 1731168"/>
              <a:gd name="csY2" fmla="*/ 1 h 373858"/>
              <a:gd name="csX3" fmla="*/ 1516856 w 1731168"/>
              <a:gd name="csY3" fmla="*/ 369095 h 373858"/>
              <a:gd name="csX4" fmla="*/ 1731168 w 1731168"/>
              <a:gd name="csY4" fmla="*/ 369095 h 373858"/>
              <a:gd name="csX0" fmla="*/ 0 w 1731168"/>
              <a:gd name="csY0" fmla="*/ 373858 h 373858"/>
              <a:gd name="csX1" fmla="*/ 1088231 w 1731168"/>
              <a:gd name="csY1" fmla="*/ 373858 h 373858"/>
              <a:gd name="csX2" fmla="*/ 1300162 w 1731168"/>
              <a:gd name="csY2" fmla="*/ 1 h 373858"/>
              <a:gd name="csX3" fmla="*/ 1516856 w 1731168"/>
              <a:gd name="csY3" fmla="*/ 369095 h 373858"/>
              <a:gd name="csX4" fmla="*/ 1731168 w 1731168"/>
              <a:gd name="csY4" fmla="*/ 369095 h 3738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1168" h="373858">
                <a:moveTo>
                  <a:pt x="0" y="373858"/>
                </a:moveTo>
                <a:lnTo>
                  <a:pt x="1088231" y="373858"/>
                </a:lnTo>
                <a:cubicBezTo>
                  <a:pt x="1177957" y="306787"/>
                  <a:pt x="1228725" y="795"/>
                  <a:pt x="1300162" y="1"/>
                </a:cubicBezTo>
                <a:cubicBezTo>
                  <a:pt x="1371599" y="-793"/>
                  <a:pt x="1445022" y="307579"/>
                  <a:pt x="1516856" y="369095"/>
                </a:cubicBezTo>
                <a:lnTo>
                  <a:pt x="1731168" y="369095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2EF3ED2C-551D-5C37-BC0B-DA3D550F6FEC}"/>
              </a:ext>
            </a:extLst>
          </p:cNvPr>
          <p:cNvCxnSpPr>
            <a:cxnSpLocks/>
            <a:stCxn id="96" idx="2"/>
            <a:endCxn id="95" idx="1"/>
          </p:cNvCxnSpPr>
          <p:nvPr/>
        </p:nvCxnSpPr>
        <p:spPr>
          <a:xfrm flipV="1">
            <a:off x="4638675" y="3352800"/>
            <a:ext cx="1781175" cy="1"/>
          </a:xfrm>
          <a:prstGeom prst="straightConnector1">
            <a:avLst/>
          </a:prstGeom>
          <a:ln w="22225">
            <a:headEnd type="none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BE3C50C0-544E-D671-0693-23323D834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334320"/>
              </p:ext>
            </p:extLst>
          </p:nvPr>
        </p:nvGraphicFramePr>
        <p:xfrm>
          <a:off x="5093002" y="2859061"/>
          <a:ext cx="152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203040" progId="Equation.DSMT4">
                  <p:embed/>
                </p:oleObj>
              </mc:Choice>
              <mc:Fallback>
                <p:oleObj name="Equation" r:id="rId12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93002" y="2859061"/>
                        <a:ext cx="152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A45225E0-DCAC-BA8C-455F-A1DFE8D4DB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402260"/>
              </p:ext>
            </p:extLst>
          </p:nvPr>
        </p:nvGraphicFramePr>
        <p:xfrm>
          <a:off x="5577622" y="2748699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03040" progId="Equation.DSMT4">
                  <p:embed/>
                </p:oleObj>
              </mc:Choice>
              <mc:Fallback>
                <p:oleObj name="Equation" r:id="rId14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77622" y="2748699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16BC2D9C-9BF6-0AB6-1330-C30F371EE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252046"/>
              </p:ext>
            </p:extLst>
          </p:nvPr>
        </p:nvGraphicFramePr>
        <p:xfrm>
          <a:off x="5940934" y="2837291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880" imgH="203040" progId="Equation.DSMT4">
                  <p:embed/>
                </p:oleObj>
              </mc:Choice>
              <mc:Fallback>
                <p:oleObj name="Equation" r:id="rId16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40934" y="2837291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492149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WPS</vt:lpstr>
      <vt:lpstr>MathType 7.0 Equation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 Luo</dc:creator>
  <cp:lastModifiedBy>Lei Luo</cp:lastModifiedBy>
  <cp:revision>13</cp:revision>
  <dcterms:created xsi:type="dcterms:W3CDTF">2023-08-09T12:44:00Z</dcterms:created>
  <dcterms:modified xsi:type="dcterms:W3CDTF">2026-05-09T09:14:22Z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